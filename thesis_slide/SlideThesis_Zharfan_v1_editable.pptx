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Sz cx="0" cy="0"/>
  <p:notesSz cx="0" cy="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
</Relationships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LibreOffice/24.2.2.2$Windows_X86_64 LibreOffice_project/d56cc158d8a96260b836f100ef4b4ef25d6f1a01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